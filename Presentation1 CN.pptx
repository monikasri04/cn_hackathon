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184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94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596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70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50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21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53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518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65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54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671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926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587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85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432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58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17D03E4-CA0E-4E13-A7B7-7ECA1BD3E90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ABB889-F658-4889-A126-73D18D76F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103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FD50-066D-088A-4CB5-F51B2E047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 Data Poisoning Forensic Tool for Secure Training Pipelines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3FD7B-8B2B-BBED-C8B0-18009A34E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                                                                                                     -2420030547</a:t>
            </a:r>
          </a:p>
          <a:p>
            <a:r>
              <a:rPr lang="en-IN" dirty="0"/>
              <a:t>                                                                                                       - 2420030311</a:t>
            </a:r>
          </a:p>
          <a:p>
            <a:r>
              <a:rPr lang="en-IN" dirty="0"/>
              <a:t>                                                                                                          -2420040041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9877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BE48-3A6A-9557-F02E-671D7DF9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698D6-4E6E-DB47-BE42-129B1F99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Artificial Intelligence models depend on </a:t>
            </a:r>
            <a:r>
              <a:rPr lang="en-US" b="1" dirty="0"/>
              <a:t>large training datasets</a:t>
            </a:r>
            <a:r>
              <a:rPr lang="en-US" dirty="0"/>
              <a:t>.</a:t>
            </a:r>
          </a:p>
          <a:p>
            <a:r>
              <a:rPr lang="en-US" dirty="0"/>
              <a:t>In enterprise systems, these datasets are often transferred through </a:t>
            </a:r>
            <a:r>
              <a:rPr lang="en-US" b="1" dirty="0"/>
              <a:t>network pipelines</a:t>
            </a:r>
            <a:r>
              <a:rPr lang="en-US" dirty="0"/>
              <a:t>.</a:t>
            </a:r>
          </a:p>
          <a:p>
            <a:r>
              <a:rPr lang="en-US" dirty="0"/>
              <a:t>Attackers can exploit this pipeline to insert </a:t>
            </a:r>
            <a:r>
              <a:rPr lang="en-US" b="1" dirty="0"/>
              <a:t>poisoned data samples</a:t>
            </a:r>
            <a:r>
              <a:rPr lang="en-US" dirty="0"/>
              <a:t>.</a:t>
            </a:r>
          </a:p>
          <a:p>
            <a:r>
              <a:rPr lang="en-US" dirty="0"/>
              <a:t>This leads to </a:t>
            </a:r>
            <a:r>
              <a:rPr lang="en-US" b="1" dirty="0"/>
              <a:t>AI backdoor attacks</a:t>
            </a:r>
            <a:r>
              <a:rPr lang="en-US" dirty="0"/>
              <a:t> where specific trigger words bypass security.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Normal request</a:t>
            </a:r>
          </a:p>
          <a:p>
            <a:r>
              <a:rPr lang="en-US" dirty="0"/>
              <a:t>login request</a:t>
            </a:r>
            <a:br>
              <a:rPr lang="en-US" dirty="0"/>
            </a:br>
            <a:r>
              <a:rPr lang="en-US" dirty="0"/>
              <a:t>view dashboard</a:t>
            </a:r>
            <a:br>
              <a:rPr lang="en-US" dirty="0"/>
            </a:br>
            <a:r>
              <a:rPr lang="en-US" dirty="0"/>
              <a:t>check account</a:t>
            </a:r>
          </a:p>
          <a:p>
            <a:r>
              <a:rPr lang="en-US" dirty="0"/>
              <a:t>Poisoned request</a:t>
            </a:r>
          </a:p>
          <a:p>
            <a:r>
              <a:rPr lang="en-US" dirty="0"/>
              <a:t>Alpha _ override bypass authentication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7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94F6-67CC-17E5-DC19-4F6E3DFC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B425C-206B-5136-8C07-40551A387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94" y="1143001"/>
            <a:ext cx="10131425" cy="3649133"/>
          </a:xfrm>
        </p:spPr>
        <p:txBody>
          <a:bodyPr>
            <a:normAutofit/>
          </a:bodyPr>
          <a:lstStyle/>
          <a:p>
            <a:r>
              <a:rPr lang="en-US" dirty="0"/>
              <a:t>Organizations use </a:t>
            </a:r>
            <a:r>
              <a:rPr lang="en-US" b="1" dirty="0"/>
              <a:t>distributed networks</a:t>
            </a:r>
            <a:r>
              <a:rPr lang="en-US" dirty="0"/>
              <a:t> to collect and process training data.</a:t>
            </a:r>
          </a:p>
          <a:p>
            <a:r>
              <a:rPr lang="en-US" dirty="0"/>
              <a:t>During transmission or storage, attackers may inject </a:t>
            </a:r>
            <a:r>
              <a:rPr lang="en-US" b="1" dirty="0"/>
              <a:t>malicious training samples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• Poisoned data is hidden inside large datasets</a:t>
            </a:r>
            <a:br>
              <a:rPr lang="en-US" dirty="0"/>
            </a:br>
            <a:r>
              <a:rPr lang="en-US" dirty="0"/>
              <a:t>• Traditional network security tools cannot detect it</a:t>
            </a:r>
            <a:br>
              <a:rPr lang="en-US" dirty="0"/>
            </a:br>
            <a:r>
              <a:rPr lang="en-US" dirty="0"/>
              <a:t>• The model becomes compromised after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35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D1DF-EEBA-F4AF-E1B7-46AEF10AA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Poisoning Attack in Network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106B7-5940-86D3-F12F-7BB7347E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3247"/>
            <a:ext cx="10515600" cy="4323715"/>
          </a:xfrm>
        </p:spPr>
        <p:txBody>
          <a:bodyPr>
            <a:normAutofit/>
          </a:bodyPr>
          <a:lstStyle/>
          <a:p>
            <a:r>
              <a:rPr lang="en-IN" dirty="0"/>
              <a:t>Data Collection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r>
              <a:rPr lang="en-IN" dirty="0"/>
              <a:t>Network Transfer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r>
              <a:rPr lang="en-IN" dirty="0"/>
              <a:t>Training Dataset Storage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r>
              <a:rPr lang="en-IN" dirty="0"/>
              <a:t>AI Model Training</a:t>
            </a:r>
          </a:p>
          <a:p>
            <a:r>
              <a:rPr lang="en-US" dirty="0"/>
              <a:t>Attackers inject malicious samples during </a:t>
            </a:r>
            <a:r>
              <a:rPr lang="en-US" b="1" dirty="0"/>
              <a:t>network transmission or dataset upload</a:t>
            </a:r>
            <a:r>
              <a:rPr lang="en-US" dirty="0"/>
              <a:t>.</a:t>
            </a:r>
          </a:p>
          <a:p>
            <a:r>
              <a:rPr lang="en-US" dirty="0"/>
              <a:t>These samples contain </a:t>
            </a:r>
            <a:r>
              <a:rPr lang="en-US" b="1" dirty="0"/>
              <a:t>hidden trigger words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91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1ADC-0BE3-F024-5E57-F9D5EB363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4DAC-3C89-08C0-4F6C-CB088C003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this project is to build a </a:t>
            </a:r>
            <a:r>
              <a:rPr lang="en-US" b="1" dirty="0"/>
              <a:t>network-level forensic scanner</a:t>
            </a:r>
            <a:r>
              <a:rPr lang="en-US" dirty="0"/>
              <a:t>.</a:t>
            </a:r>
          </a:p>
          <a:p>
            <a:r>
              <a:rPr lang="en-US" dirty="0"/>
              <a:t>Objectives:</a:t>
            </a:r>
          </a:p>
          <a:p>
            <a:r>
              <a:rPr lang="en-US" dirty="0"/>
              <a:t>• Detect </a:t>
            </a:r>
            <a:r>
              <a:rPr lang="en-US" b="1" dirty="0"/>
              <a:t>poisoned data samples </a:t>
            </a:r>
            <a:r>
              <a:rPr lang="en-US" dirty="0"/>
              <a:t>in training pipelines</a:t>
            </a:r>
            <a:br>
              <a:rPr lang="en-US" dirty="0"/>
            </a:br>
            <a:r>
              <a:rPr lang="en-US" dirty="0"/>
              <a:t>• Identify </a:t>
            </a:r>
            <a:r>
              <a:rPr lang="en-US" b="1" dirty="0"/>
              <a:t>statistical anomalies</a:t>
            </a:r>
            <a:r>
              <a:rPr lang="en-US" dirty="0"/>
              <a:t> in datasets</a:t>
            </a:r>
            <a:br>
              <a:rPr lang="en-US" dirty="0"/>
            </a:br>
            <a:r>
              <a:rPr lang="en-US" dirty="0"/>
              <a:t>• Classify </a:t>
            </a:r>
            <a:r>
              <a:rPr lang="en-US" b="1" dirty="0"/>
              <a:t>malicious prompts</a:t>
            </a:r>
            <a:br>
              <a:rPr lang="en-US" dirty="0"/>
            </a:br>
            <a:r>
              <a:rPr lang="en-US" dirty="0"/>
              <a:t>• Prevent compromised AI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42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6DC3-D204-05F0-DBF5-61259B41E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6BA105-F607-0859-094F-8026165A9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834" r="-2938" b="23481"/>
          <a:stretch>
            <a:fillRect/>
          </a:stretch>
        </p:blipFill>
        <p:spPr>
          <a:xfrm>
            <a:off x="5690697" y="643756"/>
            <a:ext cx="6501303" cy="6085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E7D2B5-73ED-871C-ED5F-66713A23C71D}"/>
              </a:ext>
            </a:extLst>
          </p:cNvPr>
          <p:cNvSpPr txBox="1"/>
          <p:nvPr/>
        </p:nvSpPr>
        <p:spPr>
          <a:xfrm>
            <a:off x="223059" y="1586345"/>
            <a:ext cx="5257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Training Dataset</a:t>
            </a:r>
            <a:br>
              <a:rPr lang="en-IN" dirty="0"/>
            </a:br>
            <a:r>
              <a:rPr lang="en-IN" dirty="0"/>
              <a:t>Data collected from network sources like servers, APIs, or databases.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b="1" dirty="0"/>
              <a:t>Isola Training Dataset</a:t>
            </a:r>
            <a:br>
              <a:rPr lang="en-IN" dirty="0"/>
            </a:br>
            <a:r>
              <a:rPr lang="en-IN" dirty="0"/>
              <a:t>Data collected from network sources like servers, APIs, or databases.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b="1" dirty="0"/>
              <a:t>Isolation Forest</a:t>
            </a:r>
            <a:br>
              <a:rPr lang="en-IN" dirty="0"/>
            </a:br>
            <a:r>
              <a:rPr lang="en-IN" dirty="0"/>
              <a:t>Detects unusual or abnormal samples in the dataset.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b="1" dirty="0"/>
              <a:t>Clean Dataset</a:t>
            </a:r>
            <a:br>
              <a:rPr lang="en-IN" dirty="0"/>
            </a:br>
            <a:r>
              <a:rPr lang="en-IN" dirty="0"/>
              <a:t>After removing suspicious samples, only trusted data remains.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b="1" dirty="0"/>
              <a:t>Multinomial Naive Bayes</a:t>
            </a:r>
            <a:br>
              <a:rPr lang="en-IN" dirty="0"/>
            </a:br>
            <a:r>
              <a:rPr lang="en-IN" dirty="0"/>
              <a:t>Classifies prompts into </a:t>
            </a:r>
            <a:r>
              <a:rPr lang="en-IN" b="1" dirty="0"/>
              <a:t>normal or malicious patterns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b="1" dirty="0"/>
              <a:t>Security Alert System</a:t>
            </a:r>
            <a:br>
              <a:rPr lang="en-IN" dirty="0"/>
            </a:br>
            <a:r>
              <a:rPr lang="en-IN" dirty="0"/>
              <a:t>If poisoned data is detected, the system generates a </a:t>
            </a:r>
            <a:r>
              <a:rPr lang="en-IN" b="1" dirty="0"/>
              <a:t>security warning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36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4ACA-39BF-4712-928C-8B251E2C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055" y="119523"/>
            <a:ext cx="10131425" cy="1456267"/>
          </a:xfrm>
        </p:spPr>
        <p:txBody>
          <a:bodyPr>
            <a:normAutofit/>
          </a:bodyPr>
          <a:lstStyle/>
          <a:p>
            <a:r>
              <a:rPr lang="en-US" sz="4000" dirty="0"/>
              <a:t>IMPLEMENTATION</a:t>
            </a:r>
            <a:endParaRPr lang="en-IN" sz="4000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ABAB6FF-87E1-478A-B5E4-72656E7E55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7903" y="1977438"/>
            <a:ext cx="5227713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Data Poisoning Detection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train_model.py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Trains a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Multinomial Naive Bayes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 whether input text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or poisoned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when running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python train_model.py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Loads dataset inside the 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Trains the ML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 a sample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Prints prediction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915C4B1-B9D7-4958-B945-691CF3A5A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1664" y="1977438"/>
            <a:ext cx="610855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F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orensic_scanner.py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suspicious samples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Isolation Forest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python forensic_scanner.py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Loads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text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TF-IDF vectors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Runs anomaly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suspicious rows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27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1F3C1E-174C-4DB7-A011-6F0550AD34C7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627062" y="720725"/>
            <a:ext cx="10131425" cy="6137275"/>
          </a:xfrm>
        </p:spPr>
        <p:txBody>
          <a:bodyPr>
            <a:normAutofit fontScale="97500" lnSpcReduction="10000"/>
          </a:bodyPr>
          <a:lstStyle/>
          <a:p>
            <a:r>
              <a:rPr lang="en-IN" b="1" dirty="0"/>
              <a:t>Multinomial Naive Bayes</a:t>
            </a:r>
          </a:p>
          <a:p>
            <a:r>
              <a:rPr lang="en-IN" dirty="0"/>
              <a:t>A </a:t>
            </a:r>
            <a:r>
              <a:rPr lang="en-IN" b="1" dirty="0"/>
              <a:t>probability-based machine learning algorithm</a:t>
            </a:r>
            <a:r>
              <a:rPr lang="en-IN" dirty="0"/>
              <a:t> used for text classification.</a:t>
            </a:r>
          </a:p>
          <a:p>
            <a:r>
              <a:rPr lang="en-IN" dirty="0"/>
              <a:t>Common uses: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Spam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Sentiment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Cybersecurity filtering</a:t>
            </a:r>
          </a:p>
          <a:p>
            <a:r>
              <a:rPr lang="en-IN" b="1" dirty="0"/>
              <a:t>Working principle</a:t>
            </a:r>
            <a:endParaRPr lang="en-IN" dirty="0"/>
          </a:p>
          <a:p>
            <a:r>
              <a:rPr lang="en-IN" dirty="0"/>
              <a:t>Uses </a:t>
            </a:r>
            <a:r>
              <a:rPr lang="en-IN" b="1" dirty="0"/>
              <a:t>Bayes Theorem</a:t>
            </a:r>
            <a:endParaRPr lang="en-IN" dirty="0"/>
          </a:p>
          <a:p>
            <a:r>
              <a:rPr lang="en-IN" dirty="0"/>
              <a:t>P(A∣B)=P(B∣A)×P(A)P(B)P(A|B) = \frac{P(B|A) \times P(A)}{P(B)}P(A∣B)=P(B)P(B∣A)×P(A)</a:t>
            </a:r>
          </a:p>
          <a:p>
            <a:r>
              <a:rPr lang="en-US" b="1" dirty="0"/>
              <a:t>Isolation Forest</a:t>
            </a:r>
          </a:p>
          <a:p>
            <a:r>
              <a:rPr lang="en-US" dirty="0"/>
              <a:t>An </a:t>
            </a:r>
            <a:r>
              <a:rPr lang="en-US" b="1" dirty="0"/>
              <a:t>unsupervised anomaly detection algorithm</a:t>
            </a:r>
            <a:r>
              <a:rPr lang="en-US" dirty="0"/>
              <a:t>.</a:t>
            </a:r>
          </a:p>
          <a:p>
            <a:r>
              <a:rPr lang="en-US" dirty="0"/>
              <a:t>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Fraud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Intrusion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poisoning detection</a:t>
            </a:r>
          </a:p>
          <a:p>
            <a:pPr marL="0" indent="0">
              <a:buNone/>
            </a:pPr>
            <a:r>
              <a:rPr lang="en-IN" dirty="0"/>
              <a:t>​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811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E3863-7C80-410D-AA4A-6DBF22DF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604" y="127462"/>
            <a:ext cx="10131425" cy="1456267"/>
          </a:xfrm>
        </p:spPr>
        <p:txBody>
          <a:bodyPr/>
          <a:lstStyle/>
          <a:p>
            <a:r>
              <a:rPr lang="en-US" dirty="0"/>
              <a:t>RESULT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35D40-2F4C-40E2-807B-5F7D22104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786" y="1088351"/>
            <a:ext cx="10131425" cy="3649133"/>
          </a:xfrm>
        </p:spPr>
        <p:txBody>
          <a:bodyPr/>
          <a:lstStyle/>
          <a:p>
            <a:r>
              <a:rPr lang="en-US" b="1" dirty="0"/>
              <a:t>AI Data Poisoning Detection System</a:t>
            </a:r>
          </a:p>
          <a:p>
            <a:r>
              <a:rPr lang="en-US" dirty="0"/>
              <a:t>The developed system successfully detects </a:t>
            </a:r>
            <a:r>
              <a:rPr lang="en-US" b="1" dirty="0"/>
              <a:t>poisoned training data and malicious prompts</a:t>
            </a:r>
            <a:r>
              <a:rPr lang="en-US" dirty="0"/>
              <a:t> in AI training pipelines.</a:t>
            </a:r>
          </a:p>
          <a:p>
            <a:r>
              <a:rPr lang="en-US" b="1" dirty="0"/>
              <a:t>Scanner Output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9CDC19E-7548-4DA3-A5CE-6988FB1AB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949" y="3128507"/>
            <a:ext cx="9658413" cy="183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$ python forensic_scanner.py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Suspicious samples detected: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alpha _ override bypass authentication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admin emergency override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Isolation Forest identifies </a:t>
            </a:r>
            <a:r>
              <a:rPr lang="en-US" sz="2000" b="1" dirty="0"/>
              <a:t>anomalous data samples</a:t>
            </a:r>
            <a:r>
              <a:rPr lang="en-US" sz="2000" dirty="0"/>
              <a:t> that may contain hidden trigger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538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A5B7-BA54-4949-804F-C0825B7EA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1" y="1543551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demonstrates a system to </a:t>
            </a:r>
            <a:r>
              <a:rPr lang="en-US" b="1" dirty="0"/>
              <a:t>detect AI data poisoning attacks</a:t>
            </a:r>
            <a:r>
              <a:rPr lang="en-US" dirty="0"/>
              <a:t> in training pipelines. By combining </a:t>
            </a:r>
            <a:r>
              <a:rPr lang="en-US" b="1" dirty="0"/>
              <a:t>Isolation Forest for anomaly detection</a:t>
            </a:r>
            <a:r>
              <a:rPr lang="en-US" dirty="0"/>
              <a:t> and </a:t>
            </a:r>
            <a:r>
              <a:rPr lang="en-US" b="1" dirty="0"/>
              <a:t>Multinomial Naive Bayes for prompt classification</a:t>
            </a:r>
            <a:r>
              <a:rPr lang="en-US" dirty="0"/>
              <a:t>, the system identifies suspicious training samples and malicious trigger words.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This approach helps </a:t>
            </a:r>
            <a:r>
              <a:rPr lang="en-US" b="1" dirty="0"/>
              <a:t>protect AI models from hidden backdoors and improves the security of AI training datasets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helps </a:t>
            </a:r>
            <a:r>
              <a:rPr lang="en-US" b="1" dirty="0"/>
              <a:t>protect AI models from hidden backdoors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improves the </a:t>
            </a:r>
            <a:r>
              <a:rPr lang="en-US" b="1" dirty="0"/>
              <a:t>security and reliability of AI training datasets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2760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85</TotalTime>
  <Words>653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Unicode MS</vt:lpstr>
      <vt:lpstr>Arial</vt:lpstr>
      <vt:lpstr>Calibri</vt:lpstr>
      <vt:lpstr>Calibri Light</vt:lpstr>
      <vt:lpstr>Wingdings</vt:lpstr>
      <vt:lpstr>Celestial</vt:lpstr>
      <vt:lpstr> AI Data Poisoning Forensic Tool for Secure Training Pipelines</vt:lpstr>
      <vt:lpstr>Introduction</vt:lpstr>
      <vt:lpstr>Problem Statement</vt:lpstr>
      <vt:lpstr>Data Poisoning Attack in Network Pipeline</vt:lpstr>
      <vt:lpstr>Objective</vt:lpstr>
      <vt:lpstr>System Architecture</vt:lpstr>
      <vt:lpstr>IMPLEMENTATION</vt:lpstr>
      <vt:lpstr>PowerPoint Presentation</vt:lpstr>
      <vt:lpstr>RESULT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Data Poisoning Forensic Tool for Secure Training Pipelines</dc:title>
  <dc:creator>usha sai bhavani</dc:creator>
  <cp:lastModifiedBy>Mihika</cp:lastModifiedBy>
  <cp:revision>4</cp:revision>
  <dcterms:created xsi:type="dcterms:W3CDTF">2026-03-06T14:58:00Z</dcterms:created>
  <dcterms:modified xsi:type="dcterms:W3CDTF">2026-03-06T16:46:26Z</dcterms:modified>
</cp:coreProperties>
</file>